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24599-4A04-D14B-ADEB-A676624016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A6CC7E-2E83-AF1F-7089-E04D0FACD3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1E3164-524A-E7AA-BC80-E22D88C98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85C24-A6CF-4F40-B864-0776CEA0E21B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785ED4-8CEB-0E31-0C0E-40FA892B2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E8BD03-1AF5-9285-9428-AE7D65E21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23728-0899-41BB-BF92-AAFEB8FE6F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53374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85EAF-58B8-4307-3C2D-19C475856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C017FF-D25D-B4FD-103E-4510A07E58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9E1D22-F8D1-4919-996A-86FD23803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85C24-A6CF-4F40-B864-0776CEA0E21B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26B8DE-68A4-0EB2-B810-C01D3FE24F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A7CFFA-CF7B-CB70-85A4-0035BD57E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23728-0899-41BB-BF92-AAFEB8FE6F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6517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32F87-495B-0C32-2D5C-F6AA568FD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3BBC1B-AEBF-2609-7D12-E6EC41BAE8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4ECD4B-568A-EC2B-FCAB-67173F2F0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85C24-A6CF-4F40-B864-0776CEA0E21B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2554B6-0CF7-B1F6-3571-22060823A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7DB62A-8FF0-59BC-4229-96DF16912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23728-0899-41BB-BF92-AAFEB8FE6F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06535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73346-CF5E-52FF-C128-14D832ACB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C137A1-8564-6F69-1E82-9BC70FB986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1F9170-23E5-3D63-F6BB-9F3B751F74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263553-7F57-E4E2-095E-0DC6762BC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85C24-A6CF-4F40-B864-0776CEA0E21B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1E9284-61F6-B066-86A5-0C5C9BBFB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BAEFA3-302D-392E-C214-69A5542AD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23728-0899-41BB-BF92-AAFEB8FE6F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9862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18C87-76D8-7308-491F-89A445E8A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3239D7-0623-5C80-51AD-7F9BA421D5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C15544-F5FF-2034-5F71-24ED5B6497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A90614-C240-8510-48DA-C4C56235E3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057115-66AC-817B-9C81-0DEE2CA05E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ACD58F-B894-8319-9267-EAB9FB362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85C24-A6CF-4F40-B864-0776CEA0E21B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80D6FE-05AC-911B-6886-9889497B8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96FCC4-718E-72E7-6F12-2629AE9B9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23728-0899-41BB-BF92-AAFEB8FE6F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00439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80274-132F-6AEA-C10F-1EB65C3D9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DBB1DE-2448-93F5-C453-A15596417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85C24-A6CF-4F40-B864-0776CEA0E21B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C16427-2080-A901-B4B8-59C849916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4E4F9C-7171-8820-431F-2AE23411C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23728-0899-41BB-BF92-AAFEB8FE6F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14102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2B8A8A-F272-826B-3288-448367F23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85C24-A6CF-4F40-B864-0776CEA0E21B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8D9A46-B425-AE44-DE6E-2375219EE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EA43A6-E34C-E616-E2A6-CC59A035A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23728-0899-41BB-BF92-AAFEB8FE6F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77163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F9500-FDE0-FBA1-F0BE-C23594DD4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A2D0B-AE45-B0E2-1308-EA71213FDC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EE0411-A5A5-94ED-B886-312BF08B1B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969835-1C97-8BC6-76BD-F1CE3A67C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85C24-A6CF-4F40-B864-0776CEA0E21B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5B8A4D-10CC-C2CE-8397-8C426D5E4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3BDEAA-1B8E-7D64-C356-69729E542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23728-0899-41BB-BF92-AAFEB8FE6F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9359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9EF3F-D4BE-B4D5-3DB3-87C76D342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4E6F67-BEC1-3062-A0F5-4EED1791E8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1011FD-A943-E4AF-B195-885294EA9F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CEABF9-EDEF-79BF-809B-E6BED3672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85C24-A6CF-4F40-B864-0776CEA0E21B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4A1EE2-7D97-E7B5-C88B-D779DCBA1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FCA4D0-50CB-E1F5-932C-D65A9CA26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23728-0899-41BB-BF92-AAFEB8FE6F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29783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F707D-A0D2-7E10-5F86-DCB3625FC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67B120-5FC6-018F-D1BB-A5EB1EB904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C0F427-6131-8779-831C-2ECC47A08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85C24-A6CF-4F40-B864-0776CEA0E21B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A2E3F6-3204-49EC-614B-720959854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1C28DA-470F-A47D-B1FC-F030441B6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23728-0899-41BB-BF92-AAFEB8FE6F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7203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2C59C6-0791-ECBC-E108-F87C6AD5E5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73C2A0-7A9C-84F3-1116-0D8191F9DA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300892-53CA-6B06-7540-A44105898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85C24-A6CF-4F40-B864-0776CEA0E21B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B141FF-DC9A-3F5B-C546-EB778A0E6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30E85C-0EFB-DF6B-CC1C-23DEFA135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23728-0899-41BB-BF92-AAFEB8FE6F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83287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C3FEF2-DEDA-EB71-FB93-7DEC17FF9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2D5AA9-CD06-DB9F-73F2-B1D1A4BF89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DD7864-A841-52A0-34DF-974951E2FD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485C24-A6CF-4F40-B864-0776CEA0E21B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5098E4-EE79-2BE4-D212-29EDD62340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BB067A-90EB-133D-FEDD-FA53E06A54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123728-0899-41BB-BF92-AAFEB8FE6F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4413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DA75C-539A-1CAF-4FFE-2DC27A2C7E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DE3ABF-BAB9-D3EC-4D4D-722C2912C91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59C09F5-3367-980F-52FF-B334E520F6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7473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54ACD3A-E61A-51B1-BCCF-69F438C53E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84375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59239E4-5CA3-F382-AE19-B797F1B51F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931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6283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6EB9ED6-B33C-305B-8524-4374082BBA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74367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746B478-E6DD-2E3A-70C3-FBC4066C2E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00093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60B1DB2-D754-E1EA-CCB6-A1796EECD3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67830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10DF89D-17B9-0FC5-D6D5-D3E50B90DA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8611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010076F-967C-3CB9-ED37-600066A385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79102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C6CB689-46FF-F02B-4930-F20E3736CA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7311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0EEBBE9-419D-7ED5-E727-068DAA1B04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3311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ED73E76-5B20-89DE-E855-D8F12386E9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956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8F09055-65DC-1341-135F-EDD2D18D71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49190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0</Words>
  <Application>Microsoft Office PowerPoint</Application>
  <PresentationFormat>Widescreen</PresentationFormat>
  <Paragraphs>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Jayashri Utrankar</dc:creator>
  <cp:lastModifiedBy>Jayashri Utrankar</cp:lastModifiedBy>
  <cp:revision>2</cp:revision>
  <dcterms:created xsi:type="dcterms:W3CDTF">2026-06-22T18:29:33Z</dcterms:created>
  <dcterms:modified xsi:type="dcterms:W3CDTF">2026-06-22T19:32:35Z</dcterms:modified>
</cp:coreProperties>
</file>